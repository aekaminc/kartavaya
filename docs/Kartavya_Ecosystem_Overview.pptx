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(₹L)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4.7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Kartavya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Business Platform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Modules. One Platform. India-First.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 Inc  •  July 2026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(AekamHub)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₹8.5K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Infra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HRMS + Payroll + Marketing + Sales + WhatsApp + Analytics + Subscription + AI Portal — all on a single stack.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FastAPI + Supabase PostgreSQL + Cloudflare R2 + AWS 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4286"/>
            </a:avLst>
          </a:prstGeom>
          <a:solidFill>
            <a:srgbClr val="2D4A6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SMBs use 5–10 disconnected tools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 one app. HRMS in another. WhatsApp separately. Marketing on a third platform. Payroll on Excel. No data flows between them.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Duplicate data entry across tools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single view of the customer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Expensive — Zoho One costs ₹60K/mo for 20 users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India-specific compliance (GST, PF/ESI, state codes)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Clients leave agencies because DIY AI tools are cheaper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Kartavya Ecosystem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Free–₹249/user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₹19/user/mo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₹10–20K/client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— already live with paying clients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&amp; Task Mgmt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Kanban, Table, Calendar 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differentiator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Fields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any entity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Updates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Kanban via Supabase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mobile app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Member, Client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Clients: Labofab India, Vaijnath Infra | 41 tables | Free–₹249/user/mo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Module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tables | ₹49/user/mo | India GST-compliant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Contacts, Accounts, Leads, Deals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deal pipeline (drag &amp; drop)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quotations (CGST/SGST/IGST)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quotation → invoice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IndiaMART &amp; JustDial webhooks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revenue forecast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timeline per contact/deal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 + PAN on accounts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HSN/SAC code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code → auto GST 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invoice numbering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 with probability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(0–100)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HRMS + AekamSentinel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 | ₹39/user/mo | 4 attendance verification methods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 Recognition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+ confidence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model version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ID +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+ match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Geo-Tagged Photo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+ GPS coords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from office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+ GPS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verification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location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profiles with reporting hierarchy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shifts (day/night, grace period, breaks)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management (CL, SL, PL, ML) with carry-forward &amp; encashment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regularization workflow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PF/ESI/UAN/PAN storage, Aadhaar as SHA-256 hash (DPDP Act)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&amp; Compliance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tables | ₹59/user/mo | Labour Code 2026 compliant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Structure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(≥50% CTC), HRA, Conveyance, Medical, Special Allowance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 employer + 12% employee on basic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3.25% employer + 0.75% employee (≤₹21K salary)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 Tax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State-wise slab calculation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Old/new regime, 80C/80D/HRA declarations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→ Processing → Computed → Approved → Paid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Slips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Detailed earnings/deductions, PDF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Auto-calculated from HRMS attendance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Module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tables | ₹39/user/mo | Multi-channel campaigns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~₹0.07/email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MSG91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₹0.15–0.25/SMS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Business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₹0.50–0.85/conv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contact segmentation with filter 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with statistical significance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forms with auto-lead creation in CRM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link tracking and source attribution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programs with reward tracking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tables | ₹49/user/mo | Targets, commissions, territories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&amp; Quotas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Monthly/quarterly/annual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rep, team, territory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Slab-based: 5% on first ₹5L,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next ₹5L, 12% above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Territory Mgmt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Region→State→City,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deal stage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templates,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export, e-sign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rankings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revenue &amp; deals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Messaging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2D4A6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Samvada (Internal)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&amp; private channels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messages &amp; threads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Reactions &amp; file sharing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powered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2D4A6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Varta (WhatsApp Business)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Business API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messaging &amp; broadcasts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Auto-reply rules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lead auto-creation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AekamHub AI chatbot 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Migration: BSP (Interakt/Wati) first → Meta Cloud API direct later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Subscription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Pro (₹19/user)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drag-and-drop dashboards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widget types (cards, charts, tables, funnels, heatmaps)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Cross-module data 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email reports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Pre-computed cache for speed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&amp; Billing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tiers: Free → Enterprise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à la carte module add-ons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checking (Payroll→HRMS)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billing (no payment gateway)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per org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AekamHub — AI Marketing Portal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White-labeled AI portal where Aekam configures intelligence, clients generate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D4A6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colors, audience,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— the moat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46304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D4A6F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Social, Blog, Ad Copy,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WhatsApp, Lead Magnet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D4A6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pgvector,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EN/HI/GU, 24/7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D4A6F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011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1,000–2,000 credits/mo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margin per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AI (Gemini, Groq, OpenRouter) — no vendor lock-in. Subdomain per client: keyadesigns.kartavaya.com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₹8,050/mo for 10 clients | Gross margin: 80–94% | Break-even: 1 client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AekamHub Pricing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credits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subdomain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Library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strategy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All 6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 Chatbot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All Skill Packs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credits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Custom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Dedicated strategist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Weekly strategy call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Top-up: 500 credits for ₹500 (never expire) | API cost per client: ₹100–400/mo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Cross-Module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automatically between modules — no manual sync.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Messages auto-create contacts + leads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IndiaMART/JustDial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endpoints for lead import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Contacts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Segments feed email/SMS/WhatsApp campaigns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Forms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Submissions create leads automatically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HRMS Attendance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Payroll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days → LOP → pay calculation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Deals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feeds targets &amp; commissions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 Chatbot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leads → crm_contacts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content → campaigns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Modules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Dashboards pull from every 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Projections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4688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Kartavya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MRR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orgs × ₹5K = ₹25K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clients × ₹12.5K = ₹1.25L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₹1.50L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orgs × ₹6K = ₹1.2L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clients × ₹14K = ₹3.5L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₹4.7L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orgs × ₹7K = ₹3.5L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clients × ₹15K = ₹7.5L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731520" y="2560320"/>
          <a:ext cx="457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760720" y="25603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6" name="Text 2"/>
          <p:cNvSpPr/>
          <p:nvPr/>
        </p:nvSpPr>
        <p:spPr>
          <a:xfrm>
            <a:off x="57607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₹8,550/mo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76072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infra cost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760720" y="37490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/>
        </p:spPr>
      </p:sp>
      <p:sp>
        <p:nvSpPr>
          <p:cNvPr id="9" name="Text 5"/>
          <p:cNvSpPr/>
          <p:nvPr/>
        </p:nvSpPr>
        <p:spPr>
          <a:xfrm>
            <a:off x="57607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Engineer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76072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everything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12471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platform, auth, tasks, projects, Kanban, mobile app, live clients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(Current)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9019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HRMS, Payroll, Subscription, WhatsApp — 64 staging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Marketing &amp; 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6791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(14 tables), Sales Ops (12 tables), Analytics Pro, production deploy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AekamHub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2026–Q1 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4564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portal MVP, chatbot, credit system, re-acquire 5–6 departed SMM clients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Scale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07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42336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publishing (Meta/LinkedIn), mobile app, advanced analytics, white-label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Edge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Zoho 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Kartavya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6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(20 users)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~₹60K/mo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~₹40K/mo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~₹8.6K/mo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GST/PF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native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content portal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AekamHub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modules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flexibility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IndiaMART webhook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Kartavya is 5–7× cheaper than Zoho/Freshworks with deeper India-specific features.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Kartavya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business function. India-first.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377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Year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94944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Aekam Inc  •  kevalvshah03@gmail.com  •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Kartavya — Unified Business Platform Ecosystem</dc:title>
  <dc:subject>PptxGenJS Presentation</dc:subject>
  <dc:creator>Aekam Inc</dc:creator>
  <cp:lastModifiedBy>Aekam Inc</cp:lastModifiedBy>
  <cp:revision>1</cp:revision>
  <dcterms:created xsi:type="dcterms:W3CDTF">2026-07-05T08:40:05Z</dcterms:created>
  <dcterms:modified xsi:type="dcterms:W3CDTF">2026-07-05T08:40:05Z</dcterms:modified>
</cp:coreProperties>
</file>