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81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181C"/>
                </a:solidFill>
                <a:latin typeface="Arial"/>
              </a:rPr>
              <a:t>Commits per contributor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1AB8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1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Keval Shah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1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8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81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181C"/>
                </a:solidFill>
                <a:latin typeface="Arial"/>
              </a:rPr>
              <a:t>AI co-author trailer on those commits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03A1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1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 Opus 4.6</c:v>
                  </c:pt>
                  <c:pt idx="1">
                    <c:v>Claude Sonnet 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1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8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changed</c:v>
                </c:pt>
              </c:strCache>
            </c:strRef>
          </c:tx>
          <c:spPr>
            <a:solidFill>
              <a:srgbClr val="0082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61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Platform / infra / docs</c:v>
                  </c:pt>
                  <c:pt idx="1">
                    <c:v>Srijan (content hub)</c:v>
                  </c:pt>
                  <c:pt idx="2">
                    <c:v>Admin &amp; billing / credits</c:v>
                  </c:pt>
                  <c:pt idx="3">
                    <c:v>Manav (HRMS)</c:v>
                  </c:pt>
                  <c:pt idx="4">
                    <c:v>Graha (CRM)</c:v>
                  </c:pt>
                  <c:pt idx="5">
                    <c:v>E-signature</c:v>
                  </c:pt>
                  <c:pt idx="6">
                    <c:v>Ganit (Invoicing)</c:v>
                  </c:pt>
                  <c:pt idx="7">
                    <c:v>Prachar (Marketing)</c:v>
                  </c:pt>
                  <c:pt idx="8">
                    <c:v>Scrapers marketplace</c:v>
                  </c:pt>
                  <c:pt idx="9">
                    <c:v>Dristi (Analytics)</c:v>
                  </c:pt>
                  <c:pt idx="10">
                    <c:v>Vikray (Sales)</c:v>
                  </c:pt>
                  <c:pt idx="11">
                    <c:v>Org settings</c:v>
                  </c:pt>
                  <c:pt idx="12">
                    <c:v>SQL migrations</c:v>
                  </c:pt>
                  <c:pt idx="13">
                    <c:v>Vetana (Payroll)</c:v>
                  </c:pt>
                  <c:pt idx="14">
                    <c:v>Forex service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4087</c:v>
                </c:pt>
                <c:pt idx="1">
                  <c:v>3612</c:v>
                </c:pt>
                <c:pt idx="2">
                  <c:v>3040</c:v>
                </c:pt>
                <c:pt idx="3">
                  <c:v>2684</c:v>
                </c:pt>
                <c:pt idx="4">
                  <c:v>2558</c:v>
                </c:pt>
                <c:pt idx="5">
                  <c:v>1916</c:v>
                </c:pt>
                <c:pt idx="6">
                  <c:v>1913</c:v>
                </c:pt>
                <c:pt idx="7">
                  <c:v>1500</c:v>
                </c:pt>
                <c:pt idx="8">
                  <c:v>1327</c:v>
                </c:pt>
                <c:pt idx="9">
                  <c:v>802</c:v>
                </c:pt>
                <c:pt idx="10">
                  <c:v>730</c:v>
                </c:pt>
                <c:pt idx="11">
                  <c:v>716</c:v>
                </c:pt>
                <c:pt idx="12">
                  <c:v>675</c:v>
                </c:pt>
                <c:pt idx="13">
                  <c:v>648</c:v>
                </c:pt>
                <c:pt idx="14">
                  <c:v>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50" u="none">
                  <a:solidFill>
                    <a:srgbClr val="161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18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lines changed, last 7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1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Bug fixes</c:v>
                  </c:pt>
                  <c:pt idx="1">
                    <c:v>Features</c:v>
                  </c:pt>
                  <c:pt idx="2">
                    <c:v>Other</c:v>
                  </c:pt>
                  <c:pt idx="3">
                    <c:v>Docs</c:v>
                  </c:pt>
                  <c:pt idx="4">
                    <c:v>Chores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38</c:v>
                </c:pt>
                <c:pt idx="2">
                  <c:v>9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1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18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E1A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3A1B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914400"/>
            <a:ext cx="4114800" cy="4114800"/>
          </a:xfrm>
          <a:prstGeom prst="ellipse">
            <a:avLst/>
          </a:prstGeom>
          <a:solidFill>
            <a:srgbClr val="1AB8B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KARTAVAYA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17–24,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194560" cy="0"/>
          </a:xfrm>
          <a:prstGeom prst="line">
            <a:avLst/>
          </a:prstGeom>
          <a:noFill/>
          <a:ln w="31750">
            <a:solidFill>
              <a:srgbClr val="1AB8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 — staging branch, 116 commits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Aekam Inc.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week, one engineer, AI-paired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shipped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60020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17647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38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8728" y="24414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vs.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17647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24414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/ 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24544" y="1600200"/>
            <a:ext cx="2542032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61704" y="17647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61704" y="244144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bugs found in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10826496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this week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9966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 of the week: cleared a backlog of data-type and connection-pool bugs left from the prior week's Odoo-feature push.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half: shipped a full per-org credit billing system, an in-house e-signature module, and a rebuilt 13-platform social publishing hub (Srijan).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this week carries an AI co-author trailer — 107 with Claude Opus 4.6, 9 with Claude Sonnet 5.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(main) is still 13 commits behind staging — none of this week's work has reached customers yet.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surfaced two real bugs to fix before the credit system and Srijan go live — see slide 11.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per contributor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Keval Shah authored 100% of staging commits this week — all of them AI-paired.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26480" y="192024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per module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47120" cy="5166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types — 116 commits total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23774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050E1A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2606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95360" y="33375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for every feature shipped this week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UI CHANGES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this week — part 1 of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0082C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5819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Srijan — content &amp; social hub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13-platform publish tab rebuilt end-to-end with per-client toggles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Quick-generate flows: Social Post, Email, Ad, Blog, WhatsApp, Proposal, Festival Campaign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pipeline stabilized on Seedream after 4 provider swaps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cron jobs for overdue invoices, follow-ups, approvals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581912"/>
            <a:ext cx="457200" cy="457200"/>
          </a:xfrm>
          <a:prstGeom prst="ellipse">
            <a:avLst/>
          </a:prstGeom>
          <a:solidFill>
            <a:srgbClr val="03A1B6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6328" y="15819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 — CRM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47688" y="216712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Client/Company entity (GSTIN, address) linked to deals &amp; invoices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 bridge: 15-source scraper catalog imports straight into leads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confirmation dialog on all 11 CRM entity types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edit forms for Contacts and Deals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05B7A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41879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Manav — HRMS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477316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edit/delete with active-employee guard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dropdowns on Leave Request &amp; Expense Claim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forms for Employees, Shifts, Job Openings, Assets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recruitment pipeline: Job Opening → Hire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0233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187952"/>
            <a:ext cx="457200" cy="457200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96328" y="41879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Vetana — Payroll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47688" y="477316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PDF generation, auto-attached to employee email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“Revert to Draft” re-enabled on approved runs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loan / salary-advance tracking with auto-EMI deduction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UI CHANGES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this week — part 2 of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0082C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Ganit — Invoicing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 PDFs via WeasyPrint, lakh/crore amount-in-words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 deep-links on invoice detail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Bills / Accounts Payable module shipped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581912"/>
            <a:ext cx="457200" cy="457200"/>
          </a:xfrm>
          <a:prstGeom prst="ellipse">
            <a:avLst/>
          </a:prstGeom>
          <a:solidFill>
            <a:srgbClr val="03A1B6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Vikray — Sales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16712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stock ledger with low-stock alerts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 movement on order confirm/cancel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forms for Orders and Sales Targets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417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581912"/>
            <a:ext cx="457200" cy="457200"/>
          </a:xfrm>
          <a:prstGeom prst="ellipse">
            <a:avLst/>
          </a:prstGeom>
          <a:solidFill>
            <a:srgbClr val="05B7AA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2832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(new)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94192" y="216712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 signing, 13 backend endpoints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 + public signing pages shipped end to 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4187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 marketplace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77316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Apify-proxy launch, 75% margin billing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moved Supabase → R2 to cut egress cost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credit true-up after real Apify spend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40233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187952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4187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Billing / Credits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477316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credit system: plan defaults, monthly reset, top-ups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Cost Dashboard built from scratch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billing now shows credits only, no $/₹ exposed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93024" y="40233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457200" cy="457200"/>
          </a:xfrm>
          <a:prstGeom prst="ellipse">
            <a:avLst/>
          </a:prstGeom>
          <a:solidFill>
            <a:srgbClr val="6D6A7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42832" y="4187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UX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94192" y="4773168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Cmd+K command palette across 26 pages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hero KPIs + 5-step onboarding checklist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Helpdesk removed — scope decision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broken, what fixed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5819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mismatches (~10 fixes)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needs native Python date/time objects — raw strings were 500ing shift, leave, invoice endpoints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TEXT[] tags column was being JSON-encoded, corrupting the array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UUID→TEXT migration left stale ::uuid casts breaking leave &amp; deal creation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581912"/>
            <a:ext cx="457200" cy="457200"/>
          </a:xfrm>
          <a:prstGeom prst="ellipse">
            <a:avLst/>
          </a:prstGeom>
          <a:solidFill>
            <a:srgbClr val="0082C6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6328" y="15819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47688" y="216712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gross pay for employees with no attendance records — now defaults to full working days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/ half-day attendance was excluded from present-days calc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“Revert to Draft” blocked by an overly strict status check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03A1B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41879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(E2E sweep, Jul 22–23)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477316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imports produced blank names — first/last name now composed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was empty — frontend read the wrong response shape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Edit form never rendered; stale state leaked into Delete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0233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187952"/>
            <a:ext cx="457200" cy="457200"/>
          </a:xfrm>
          <a:prstGeom prst="ellipse">
            <a:avLst/>
          </a:prstGeom>
          <a:solidFill>
            <a:srgbClr val="05B7AA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96328" y="41879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invoicing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47688" y="4773168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pooler was killing connections under load — 4 iterative fixes in one day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Invoice 500'd on every attempt (missing gst_rate column)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spelling mismatch blocked legitimate preview-deploy origins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—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commit, five real vulnerabilities closed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5166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425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data leak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938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UPDATE/DELETE statements were missing org_id scoping — one org could modify another org's rows.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94894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397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61872" y="27432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leak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0358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storage secret keys were being returned in the admin org-detail API response.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04622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0370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OTP generation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4133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random.randint replaced with secrets; added a 5-attempt / 15-minute rate limit.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5544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2824" y="185166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18425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16459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in Srijan chatbot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68312" y="1938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was rendered without escaping HTML first — escapeHtml() added.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65176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92824" y="294894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6" name="Text 24"/>
          <p:cNvSpPr/>
          <p:nvPr/>
        </p:nvSpPr>
        <p:spPr>
          <a:xfrm>
            <a:off x="6592824" y="29397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68312" y="27432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document numbers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68312" y="30358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under concurrent invoice/order/payslip creation — advisory lock added (see slide 11: not fully effective yet).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this week, cost &amp; stability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 touched this week — pytest/vitest suites unchanged.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testing was manual/E2E: 3 dedicated bug-fix sweeps (Jul 21–23) covering HRMS/Payroll and CRM.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Tester-facing guide written for the 5 new Tier-1 features (Loans, Expense Claims, Vendor Bills, Stock Ledger, Recruitment).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the credit billing and Srijan publishing systems — this week's biggest features — have zero automated coverage.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Optimization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egress cut: results moved to R2, admin queries scoped by org, DDL skipped on repeat startup.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(up to 48MB) excluded from the task-list query.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pooler stability: switched to session-mode pooling after 3 tuning passes.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migrated off broken Google Finance scraping to a live exchange-rate API.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SQL migrations shipped this week (029–056).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to fix before this goes further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 w="19050">
            <a:solidFill>
              <a:srgbClr val="EB6834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mismatch — HIGH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are shown they'll be charged doesn't match what's actually deducted — e.g. a proposal shows 5 credits but debits 8. Two separate cost tables have already drifted apart.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 w="19050">
            <a:solidFill>
              <a:srgbClr val="EB6834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publish is broken — HIGH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 query aliases account metadata as acct_meta, but the send function reads metadata — every WhatsApp post goes out with an empty recipient list and will fail.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flagged (medium): the new duplicate-document-number lock likely doesn't work under concurrent load · plan pricing can still leak to some client users · social OAuth tokens are stored in plaintext.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3A1B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— vs. Zoho, HubSpot, Salesforce, Pipedrive, Kylas &amp; more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2834640"/>
          </a:xfrm>
          <a:prstGeom prst="roundRect">
            <a:avLst>
              <a:gd name="adj" fmla="val 3871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14884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only business system where a CRM pipeline, a payroll run, a GST invoice, a signed contract, and a social post live in the same database — priced in rupees, with every AI credit spent shown to the rupee, not hidden behind a seat tier.”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once WhatsApp ships and we've onboarded a second real paying org — both ahead of more feature breadth.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vs. what's still missing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40680" cy="4846320"/>
          </a:xfrm>
          <a:prstGeom prst="roundRect">
            <a:avLst>
              <a:gd name="adj" fmla="val 2264"/>
            </a:avLst>
          </a:prstGeom>
          <a:solidFill>
            <a:srgbClr val="F0FAF8"/>
          </a:solidFill>
          <a:ln w="12700">
            <a:solidFill>
              <a:srgbClr val="CFEA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4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none of the 8 competitors offer together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HRMS + Payroll + Invoicing + Sales + Analytics + Marketing + Social Publishing + e-sign, one database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e-signature with full audit trail, zero marginal cost per signature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13-platform social publishing built into the CRM itself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credit-based billing, shown in rupees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GST-native invoicing + full accounts-payable side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trilingual UI (English / Hindi / Gujarati)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FF3ED"/>
          </a:solidFill>
          <a:ln w="12700">
            <a:solidFill>
              <a:srgbClr val="F7D9C6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276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gaps to close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telephony / click-to-call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 send step is still a stub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ecosystem or public API / webhooks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lead-enrichment product of our own yet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single-tenant in practice — one real paying org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integration live yet (highest-ROI gap)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A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MODERNIZATION IDEAS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Glass, gradient, and depth — already started, not yet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shipped this week on 4 of ~20 pages (Dashboard, Ganit, Graha, Manav). The gap is real, not hypothetical — extend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0082C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9888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 (CRM)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267004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kanban deal cards, gradient border on hover, pulsing glow on “rotting” deals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9202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084832"/>
            <a:ext cx="457200" cy="457200"/>
          </a:xfrm>
          <a:prstGeom prst="ellipse">
            <a:avLst/>
          </a:prstGeom>
          <a:solidFill>
            <a:srgbClr val="03A1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Manav (HRMS)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267004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gradient shift types on the new scheduling grid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93024" y="19202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084832"/>
            <a:ext cx="457200" cy="457200"/>
          </a:xfrm>
          <a:prstGeom prst="ellipse">
            <a:avLst/>
          </a:prstGeom>
          <a:solidFill>
            <a:srgbClr val="05B7AA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2832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Vetana (Payroll)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94192" y="267004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status pills, checkmark-draw animation on disbursement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89888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Dristi (Analytics)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86460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KPI panels + inline sparklines next to each stat number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16552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279392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Srijan (content hub)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17720" y="486460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Platform-brand accents on the publish grid, shimmer loading state on generate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3024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279392"/>
            <a:ext cx="457200" cy="457200"/>
          </a:xfrm>
          <a:prstGeom prst="ellipse">
            <a:avLst/>
          </a:prstGeom>
          <a:solidFill>
            <a:srgbClr val="6D6A78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42832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94192" y="4864608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margin/revenue hero, green→red heat tint on provider-cost rows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stand,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937760" cy="3246120"/>
          </a:xfrm>
          <a:prstGeom prst="roundRect">
            <a:avLst>
              <a:gd name="adj" fmla="val 3380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Budget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/ data tools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566160"/>
            <a:ext cx="4480560" cy="0"/>
          </a:xfrm>
          <a:prstGeom prst="line">
            <a:avLst/>
          </a:prstGeom>
          <a:noFill/>
          <a:ln w="12700">
            <a:solidFill>
              <a:srgbClr val="22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to date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703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+ free tier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06440" y="1463040"/>
            <a:ext cx="5760720" cy="5029200"/>
          </a:xfrm>
          <a:prstGeom prst="roundRect">
            <a:avLst>
              <a:gd name="adj" fmla="val 2182"/>
            </a:avLst>
          </a:prstGeom>
          <a:solidFill>
            <a:srgbClr val="0E1B2E"/>
          </a:solidFill>
          <a:ln w="12700">
            <a:solidFill>
              <a:srgbClr val="22344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20756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2 high-severity review bugs before pushing billing/Srijan further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670048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660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6426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WhatsApp integration — highest-ROI gap on our own roadmap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3236976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20954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staging to main — production is 13 commits behind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803904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794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7764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Prachar's campaign send step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0" y="4370832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4361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43434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 coverage for the new credit/billing system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35040" y="4937760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928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491032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Supabase egress question properly (stay vs. migrate)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35040" y="5504688"/>
            <a:ext cx="329184" cy="329184"/>
          </a:xfrm>
          <a:prstGeom prst="ellipse">
            <a:avLst/>
          </a:prstGeom>
          <a:solidFill>
            <a:srgbClr val="1AB8B0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5495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37960" y="547725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second real paying org — multi-tenancy still unproven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2026-07-24T00:23:02Z</dcterms:created>
  <dcterms:modified xsi:type="dcterms:W3CDTF">2026-07-24T00:23:02Z</dcterms:modified>
</cp:coreProperties>
</file>